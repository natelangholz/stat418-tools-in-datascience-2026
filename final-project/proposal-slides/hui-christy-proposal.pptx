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Barlow Condensed" panose="020F0502020204030204" pitchFamily="2" charset="0"/>
      <p:regular r:id="rId9"/>
      <p:bold r:id="rId10"/>
      <p:italic r:id="rId11"/>
      <p:boldItalic r:id="rId12"/>
    </p:embeddedFont>
    <p:embeddedFont>
      <p:font typeface="Oswald" panose="020F0502020204030204" pitchFamily="2" charset="0"/>
      <p:regular r:id="rId13"/>
      <p:bold r:id="rId14"/>
    </p:embeddedFont>
    <p:embeddedFont>
      <p:font typeface="Proxima Nova" panose="020B0604020202020204" charset="0"/>
      <p:regular r:id="rId15"/>
      <p:bold r:id="rId16"/>
      <p:italic r:id="rId17"/>
      <p:boldItalic r:id="rId18"/>
    </p:embeddedFont>
    <p:embeddedFont>
      <p:font typeface="Roboto Condensed" panose="020F0502020204030204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820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y Hui" userId="bb5c1f9a46767d53" providerId="LiveId" clId="{A97F70C1-5602-4639-8D2F-C2115E1ABA04}"/>
    <pc:docChg chg="modSld">
      <pc:chgData name="Christy Hui" userId="bb5c1f9a46767d53" providerId="LiveId" clId="{A97F70C1-5602-4639-8D2F-C2115E1ABA04}" dt="2026-05-05T17:26:12.057" v="0" actId="14100"/>
      <pc:docMkLst>
        <pc:docMk/>
      </pc:docMkLst>
      <pc:sldChg chg="modSp mod">
        <pc:chgData name="Christy Hui" userId="bb5c1f9a46767d53" providerId="LiveId" clId="{A97F70C1-5602-4639-8D2F-C2115E1ABA04}" dt="2026-05-05T17:26:12.057" v="0" actId="14100"/>
        <pc:sldMkLst>
          <pc:docMk/>
          <pc:sldMk cId="0" sldId="256"/>
        </pc:sldMkLst>
        <pc:spChg chg="mod">
          <ac:chgData name="Christy Hui" userId="bb5c1f9a46767d53" providerId="LiveId" clId="{A97F70C1-5602-4639-8D2F-C2115E1ABA04}" dt="2026-05-05T17:26:12.057" v="0" actId="14100"/>
          <ac:spMkLst>
            <pc:docMk/>
            <pc:sldMk cId="0" sldId="256"/>
            <ac:spMk id="5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c33415530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c33415530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c33415530_2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c33415530_2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c33415530_2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c33415530_2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c33415530_2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c33415530_2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c33415530_2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c33415530_2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100" y="759200"/>
            <a:ext cx="8408616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 dirty="0">
                <a:latin typeface="Barlow Condensed"/>
                <a:ea typeface="Barlow Condensed"/>
                <a:cs typeface="Barlow Condensed"/>
                <a:sym typeface="Barlow Condensed"/>
              </a:rPr>
              <a:t>Should I Go Out and Eat Friends with Friends Today?</a:t>
            </a:r>
            <a:endParaRPr sz="6500" dirty="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999999"/>
                </a:solidFill>
                <a:latin typeface="Oswald"/>
                <a:ea typeface="Oswald"/>
                <a:cs typeface="Oswald"/>
                <a:sym typeface="Oswald"/>
              </a:rPr>
              <a:t>Using Data to Start (or get out of) a Hangout</a:t>
            </a:r>
            <a:endParaRPr i="1">
              <a:solidFill>
                <a:srgbClr val="99999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Overview and Motivation</a:t>
            </a:r>
            <a:endParaRPr>
              <a:solidFill>
                <a:srgbClr val="F3F3F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Problem/Motivation</a:t>
            </a:r>
            <a:endParaRPr sz="2000" b="1" i="1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Going out in LA can be a pain</a:t>
            </a:r>
            <a:endParaRPr sz="1600" u="sng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Roboto Condensed"/>
              <a:buChar char="-"/>
            </a:pPr>
            <a:r>
              <a:rPr lang="en" sz="14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One has to check weather and traffic (and others) to determine whether or not it is worth to go out</a:t>
            </a:r>
            <a:endParaRPr sz="1600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Most hangouts center around eating</a:t>
            </a:r>
            <a:endParaRPr sz="1600" u="sng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Roboto Condensed"/>
              <a:buChar char="-"/>
            </a:pPr>
            <a:r>
              <a:rPr lang="en" sz="14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One has to check review sites (like Yelp) and scroll thru many reviews/ratings to determine whether or not the restaurant is worth going to</a:t>
            </a:r>
            <a:endParaRPr sz="1400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Proposed Solution</a:t>
            </a:r>
            <a:endParaRPr sz="2000" b="1" i="1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Create a dashboard that aids in making a decision to go out</a:t>
            </a:r>
            <a:endParaRPr sz="1600" u="sng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Roboto Condensed"/>
              <a:buChar char="-"/>
            </a:pPr>
            <a:r>
              <a:rPr lang="en" sz="14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Acts as a central location to check weather, air quality, and traffic conditions</a:t>
            </a:r>
            <a:endParaRPr sz="1600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Create a model that aids in making a restaurant choice</a:t>
            </a:r>
            <a:endParaRPr sz="1600" u="sng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Roboto Condensed"/>
              <a:buChar char="-"/>
            </a:pPr>
            <a:r>
              <a:rPr lang="en" sz="14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specific features of restaurants and create a classification model that determines if a restaurant is worth going 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Collection Approach and Progress</a:t>
            </a: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Conditions Data (Dashboard)</a:t>
            </a:r>
            <a:endParaRPr sz="2000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Roboto Condensed"/>
              <a:buChar char="-"/>
            </a:pPr>
            <a:r>
              <a:rPr lang="en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will be collected with OpenWeatherMap and TomTom</a:t>
            </a:r>
            <a:endParaRPr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Roboto Condensed"/>
              <a:buChar char="-"/>
            </a:pPr>
            <a:r>
              <a:rPr lang="en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OpenWeatherMap: current and forecast weather and air quality data via a live API</a:t>
            </a:r>
            <a:endParaRPr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Roboto Condensed"/>
              <a:buChar char="-"/>
            </a:pPr>
            <a:r>
              <a:rPr lang="en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TomTom: live traffic data via a live API</a:t>
            </a:r>
            <a:endParaRPr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Roboto Condensed"/>
              <a:buChar char="-"/>
            </a:pPr>
            <a:r>
              <a:rPr lang="en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APIs do not have historical data endpoints</a:t>
            </a:r>
            <a:endParaRPr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Roboto Condensed"/>
              <a:buChar char="-"/>
            </a:pPr>
            <a:r>
              <a:rPr lang="en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Utilize Supabase and Github Actions to store hourly data thru a SQL server</a:t>
            </a:r>
            <a:endParaRPr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Restaurant Data (Model)</a:t>
            </a:r>
            <a:endParaRPr sz="2000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Roboto Condensed"/>
              <a:buChar char="-"/>
            </a:pPr>
            <a:r>
              <a:rPr lang="en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is collected with Google Places API and trained using multiple features</a:t>
            </a:r>
            <a:endParaRPr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297113" y="581650"/>
            <a:ext cx="2352600" cy="18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i="1">
                <a:solidFill>
                  <a:srgbClr val="D9D9D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About the Data </a:t>
            </a:r>
            <a:endParaRPr sz="4000" b="1" i="1">
              <a:solidFill>
                <a:srgbClr val="D9D9D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i="1">
                <a:solidFill>
                  <a:srgbClr val="D9D9D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(So Far)</a:t>
            </a:r>
            <a:endParaRPr sz="4000" b="1" i="1">
              <a:solidFill>
                <a:srgbClr val="D9D9D9"/>
              </a:solidFill>
            </a:endParaRPr>
          </a:p>
        </p:txBody>
      </p:sp>
      <p:pic>
        <p:nvPicPr>
          <p:cNvPr id="79" name="Google Shape;79;p16" title="4tier_label_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413" y="452775"/>
            <a:ext cx="6060476" cy="211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rating_by_cuis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135" y="2888562"/>
            <a:ext cx="3797625" cy="187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best_hour_to_go_ou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4303" y="2888550"/>
            <a:ext cx="4582596" cy="187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 u="sng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Target Variable</a:t>
            </a:r>
            <a:r>
              <a:rPr lang="en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4 tier restaurant quality classification based on percentile of ratings</a:t>
            </a:r>
            <a:endParaRPr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Roboto Condensed"/>
              <a:buChar char="-"/>
            </a:pPr>
            <a:r>
              <a:rPr lang="en" sz="16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Skip it (0-35 percentile) / Decent (36-65) / Worth the trip (66-90) / Must go (90+)</a:t>
            </a:r>
            <a:endParaRPr sz="1600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i="1" u="sng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Features</a:t>
            </a:r>
            <a:r>
              <a:rPr lang="en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Review Count, Cuisine Type, Price Level, Reservable, Serves Alcohol, Provides Delivery/Dine In/Takeout, Popularity Flag, etc.</a:t>
            </a:r>
            <a:endParaRPr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 i="1" u="sng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Modeling</a:t>
            </a:r>
            <a:r>
              <a:rPr lang="en" sz="20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</a:t>
            </a:r>
            <a:r>
              <a:rPr lang="en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XGBoost (Complexity and Performance) or Random Forest (Interpretability)</a:t>
            </a:r>
            <a:endParaRPr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Roboto Condensed"/>
              <a:buChar char="-"/>
            </a:pPr>
            <a:r>
              <a:rPr lang="en" sz="16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Targeting a weighted F1 between 0.35 and 0.70, similar/balanced class distributions, and few distant misclassifications </a:t>
            </a:r>
            <a:endParaRPr sz="1600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Roboto Condensed"/>
              <a:buChar char="-"/>
            </a:pPr>
            <a:r>
              <a:rPr lang="en" sz="16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</a:t>
            </a:r>
            <a:r>
              <a:rPr lang="en" sz="1600" i="1" u="sng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Skip it</a:t>
            </a:r>
            <a:r>
              <a:rPr lang="en" sz="16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” -&gt; “</a:t>
            </a:r>
            <a:r>
              <a:rPr lang="en" sz="1600" i="1" u="sng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Must Go</a:t>
            </a:r>
            <a:r>
              <a:rPr lang="en" sz="16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” vs “</a:t>
            </a:r>
            <a:r>
              <a:rPr lang="en" sz="1600" i="1" u="sng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Skip It</a:t>
            </a:r>
            <a:r>
              <a:rPr lang="en" sz="16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” -&gt; “</a:t>
            </a:r>
            <a:r>
              <a:rPr lang="en" sz="1600" i="1" u="sng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Decent</a:t>
            </a:r>
            <a:r>
              <a:rPr lang="en" sz="1600">
                <a:solidFill>
                  <a:srgbClr val="B7B7B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”</a:t>
            </a:r>
            <a:endParaRPr sz="1600">
              <a:solidFill>
                <a:srgbClr val="B7B7B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Modeling Approach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body" idx="2"/>
          </p:nvPr>
        </p:nvSpPr>
        <p:spPr>
          <a:xfrm>
            <a:off x="5338700" y="1149700"/>
            <a:ext cx="3437700" cy="3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/>
              <a:t>Week 6/7</a:t>
            </a:r>
            <a:r>
              <a:rPr lang="en" sz="2000"/>
              <a:t>: Establish Database and Workflow (Supabase + GitHub Actions)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 i="1"/>
              <a:t>Week 8/9</a:t>
            </a:r>
            <a:r>
              <a:rPr lang="en" sz="2000"/>
              <a:t>: Build Flask API + Streamlit App, Dockerize, Deploy to Cloud Run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i="1"/>
              <a:t>Week 10</a:t>
            </a:r>
            <a:r>
              <a:rPr lang="en" sz="2000"/>
              <a:t>: Final Testing and Official Deployment</a:t>
            </a:r>
            <a:endParaRPr sz="2000"/>
          </a:p>
        </p:txBody>
      </p:sp>
      <p:sp>
        <p:nvSpPr>
          <p:cNvPr id="93" name="Google Shape;93;p18"/>
          <p:cNvSpPr/>
          <p:nvPr/>
        </p:nvSpPr>
        <p:spPr>
          <a:xfrm>
            <a:off x="380525" y="1149700"/>
            <a:ext cx="3920400" cy="71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Data Sources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Google Places API, OpenWeatherMap, TomTom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380525" y="2053600"/>
            <a:ext cx="3920400" cy="717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Collection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Python Scripts + GitHub Actions Cron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380525" y="2957500"/>
            <a:ext cx="3920400" cy="717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Data Storage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CSV Storage + Supabase PostgreSQL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380525" y="3861400"/>
            <a:ext cx="3920400" cy="717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Flask API + Streamlit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Establish Connections and Build Dashboard to Reach End User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11700" y="248875"/>
            <a:ext cx="8520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3F3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What’s Next?</a:t>
            </a:r>
            <a:endParaRPr sz="4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</Words>
  <Application>Microsoft Office PowerPoint</Application>
  <PresentationFormat>On-screen Show (16:9)</PresentationFormat>
  <Paragraphs>43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Barlow Condensed</vt:lpstr>
      <vt:lpstr>Arial</vt:lpstr>
      <vt:lpstr>Oswald</vt:lpstr>
      <vt:lpstr>Proxima Nova</vt:lpstr>
      <vt:lpstr>Roboto Condensed</vt:lpstr>
      <vt:lpstr>Spearmint</vt:lpstr>
      <vt:lpstr>Should I Go Out and Eat Friends with Friends Today?</vt:lpstr>
      <vt:lpstr>Project Overview and Motivation</vt:lpstr>
      <vt:lpstr>Data Collection Approach and Progress</vt:lpstr>
      <vt:lpstr>About the Data  (So Far)</vt:lpstr>
      <vt:lpstr>Modeling Approach</vt:lpstr>
      <vt:lpstr>What’s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Christy Hui</cp:lastModifiedBy>
  <cp:revision>1</cp:revision>
  <dcterms:modified xsi:type="dcterms:W3CDTF">2026-05-05T17:26:21Z</dcterms:modified>
</cp:coreProperties>
</file>